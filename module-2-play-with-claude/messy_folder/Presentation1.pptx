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ยอดขายไตรมาส 3 (ร่าง)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ยังไม่เสร็จ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