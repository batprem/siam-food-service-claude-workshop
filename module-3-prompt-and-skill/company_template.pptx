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566160"/>
            <a:ext cx="2286000" cy="73152"/>
          </a:xfrm>
          <a:prstGeom prst="rect">
            <a:avLst/>
          </a:prstGeom>
          <a:solidFill>
            <a:srgbClr val="E8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Tahoma"/>
              </a:rPr>
              <a:t>ชื่อเรื่องนำเสนอ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Tahoma"/>
              </a:rPr>
              <a:t>ชื่อผู้นำเสนอ | แผนก | วันที่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Tahoma"/>
              </a:rPr>
              <a:t>Siam Food Services (ข้อมูลจำลองเพื่อการอบรม)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4E78"/>
                </a:solidFill>
                <a:latin typeface="Tahoma"/>
              </a:rPr>
              <a:t>หัวข้อส่วนที่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595959"/>
                </a:solidFill>
                <a:latin typeface="Tahoma"/>
              </a:rPr>
              <a:t>คำอธิบายสั้น ๆ ของส่วนนี้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Tahoma"/>
              </a:rPr>
              <a:t>หัวข้อสไลด์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595959"/>
                </a:solidFill>
                <a:latin typeface="Tahoma"/>
              </a:rPr>
              <a:t>•  ประเด็นที่ 1: ใส่ข้อความสั้น กระชับ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595959"/>
                </a:solidFill>
                <a:latin typeface="Tahoma"/>
              </a:rPr>
              <a:t>•  ประเด็นที่ 2: ใช้ตัวเลขประกอบเมื่อมี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595959"/>
                </a:solidFill>
                <a:latin typeface="Tahoma"/>
              </a:rPr>
              <a:t>•  ประเด็นที่ 3: ปิดด้วยข้อเสนอ/สิ่งที่ต้องตัดสินใจ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Tahoma"/>
              </a:rPr>
              <a:t>Siam Food Services | Confidential (mock)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